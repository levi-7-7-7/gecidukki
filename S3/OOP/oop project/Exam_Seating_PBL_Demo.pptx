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three team members. One line: it replaces manual exam seating with a database-backed desktop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from Milestone 2. Solution: one click generates seating for an exam; every student appears exactly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features quickly; the demo shows the important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action -&gt; Swing UI -&gt; service logic -&gt; DAO with JDBC -&gt; MySQL. Mention PreparedStatement and transactions in SeatingDAO.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./run.sh before the review. Keep the app open on the login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explains their own files and then does one spot modification.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what is not done yet; these were in the requirements but are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</a:rPr>
              <a:t>PBL PROJECT DEMONSTRATION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Smart Exam Seating Arrangement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3DF"/>
                </a:solidFill>
              </a:rPr>
              <a:t>Java Swing  •  JDBC  •  MySQL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Antony Zavior K (62, Team Lead)   |   Lijo P Thomas (67)   |   Milind Krishnan (69)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0"/>
                </a:solidFill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</a:rPr>
              <a:t>The problem and 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Seating plans are made by hand on paper or spreadsheets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Takes hours; seats double-booked, halls overfilled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Same-branch students sit together, making malpractice easier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Any last-minute change means redoing the plan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Our solution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Desktop app: admin enters rooms, exams and students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Generates a clash-free seating plan automatically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Department mixing keeps branches apart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Seat search, room charts, attendance and printable reports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0"/>
                </a:solidFill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Secure login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</a:rPr>
              <a:t>Admin and Teacher roles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Master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</a:rPr>
              <a:t>Students, departments, semesters, rooms, teachers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Exam setup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</a:rPr>
              <a:t>Internal / external, multi-department filters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Auto seating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</a:rPr>
              <a:t>8 shuffle options incl. Department Mixing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Search &amp; charts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</a:rPr>
              <a:t>Find seat by register number; room chart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Reports &amp; print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1F33"/>
                </a:solidFill>
              </a:rPr>
              <a:t>Attendance, invigilator list, PrinterJob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0"/>
                </a:solidFill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</a:rPr>
              <a:t>Architecture: layered MVC with DAO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Swing frames (LoginFrame, StudentFrame...)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59152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service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Shuffle, allocation, seating generation, printing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JDBC + PreparedStatement for each table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66560" y="155448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MySQL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smart_exam_seating database (12 tables)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</a:rPr>
              <a:t>model = plain data classes (Student, Room, Exam, Seating...)  •  util = DBConnection, Validation, UI styling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OOP used: encapsulation, inheritance (AppFrame base class), interfaces, exception handling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0"/>
                </a:solidFill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</a:rPr>
              <a:t>Live demonstration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25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Login as admin (admin / admin123)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28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Show Students, Rooms, Exams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31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Generate Seating: Internal Exam S3, Department Mixing, Automatic rooms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834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Result: 143 students in rooms 101-105, 7 empty seats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3375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Search Seat: register number 24CS023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12A5A0"/>
          </a:solidFill>
          <a:ln w="12700">
            <a:solidFill>
              <a:srgbClr val="12A5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8404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3"/>
                </a:solidFill>
              </a:rPr>
              <a:t>Attendance sheet, invigilator list, print dialog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0"/>
                </a:solidFill>
              </a:rPr>
              <a:t>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</a:rPr>
              <a:t>Team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Antony Zavior 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Seat allocation and exams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ShuffleService: 8 shuffle options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SeatingGenerator: row-by-row seats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SeatingDAO: saves with commit / rollback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ExamFrame, teacher and invigilator screens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Lijo P Thomas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73736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Login, dashboard, users, students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UserDAO.authenticate(): PreparedStatement login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StudentFrame + StudentDAO: CRUD and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Validation: exceptions to error dialogs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DBConnection, AppFrame base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371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Milind Krishnan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73736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Rooms, search and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RoomFrame, QuickRoomSetup, templates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Capacity = rows x columns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StudentSeatSearchFrame, attendance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B1F33"/>
                </a:solidFill>
              </a:rPr>
              <a:t>PrintService: PrinterJob printing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0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</a:rPr>
              <a:t>Limitations and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0"/>
                </a:solidFill>
              </a:rPr>
              <a:t>Planned improvements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B1F33"/>
                </a:solidFill>
              </a:rPr>
              <a:t>Password hashing (currently stored as plain text)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B1F33"/>
                </a:solidFill>
              </a:rPr>
              <a:t>CSV import of student lists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B1F33"/>
                </a:solidFill>
              </a:rPr>
              <a:t>Manual seat swap on the seating chart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B1F33"/>
                </a:solidFill>
              </a:rPr>
              <a:t>Seats-per-bench support for hall layouts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B1F33"/>
                </a:solidFill>
              </a:rPr>
              <a:t>JavaDoc comments and automated tests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2026-10-29T20:07:54Z</dcterms:created>
  <dcterms:modified xsi:type="dcterms:W3CDTF">2026-10-29T20:07:54Z</dcterms:modified>
</cp:coreProperties>
</file>